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5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One-line pitch: papers report '2× faster', but that number is measured on one GPU, and caching or 8-bit kernels change the cost of a call without changing the step count. I test whether those conclusions, and diffusion-vs-flow ones, survive a change of GPU. The figure is a cartoon of why flow matching might need fewer steps: straighter paths.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Motivation: feature caching and INT8/FP8 kernels cut the cost of a call, not the number of calls, and their speedups are reported on one GPU. FORA, for example, gave 0.99× (no speedup) on an RTX 5090 at batch 1. H1 is a control: DiT and SiT have the same architecture and GFLOPs, so without acceleration NFE should predict latency on every GPU. H2 and H3 are the real tests. All three are falsifiable; stable rankings would also be a useful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48 = 2 models × 2 samplers each × 3 step counts × 4 accelerations (none, feature caching, INT8, FP8), all public checkpoints, nothing trained. The three GPUs differ in precision support: the T4 has no bf16 or FP8, so anything it cannot run is recorded as unavailable. All images are generated once on the RTX 5080 (about 6 GPU-hours for a 2,000-image pilot); the other two GPUs only run short timing sweeps. Either outcome is informative: stable rankings validate NFE and FLOPs; unstable ones mean speedup claims need their hardware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 PROPOSAL  ·  ADVANCED TOPICS IN ARTIFICIAL INTELLIGENCE  ·  2026–27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hardware change which generative model is efficient?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6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Diffusion and flow-matching samplers with caching and INT8/FP8, measured across three GPU generations.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4160520"/>
            <a:ext cx="438912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Iason-Daniil Zakynthinos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4988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NTUA · ECE · October 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532120" y="914400"/>
            <a:ext cx="0" cy="324612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33288" y="3904488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33288" y="3904488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3823" y="3775641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00488" y="3819110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74357" y="3646793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5152" y="3759315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94892" y="3517946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97465" y="3706645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5426" y="3389099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85093" y="3640295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35961" y="3260252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37926" y="3541535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56495" y="3131404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42396" y="3397723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77030" y="3002557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94458" y="3205093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7564" y="2873710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00638" y="2969724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8099" y="2744863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76916" y="2706500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38633" y="2616015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45662" y="2436261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9168" y="2487168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31262" y="2181721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79703" y="2358321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308" y="1962994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00237" y="2229473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32348" y="1793632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0772" y="2100626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67056" y="1677987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41306" y="1971779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153392" y="1610434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61841" y="1842932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75940" y="1576613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782375" y="1714084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13122" y="1556424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902910" y="1585237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841648" y="1528171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23444" y="1456390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041275" y="1472999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43979" y="1327543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98904" y="1378706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64513" y="1198695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11179" y="1242165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385048" y="1069848"/>
            <a:ext cx="54864" cy="54864"/>
          </a:xfrm>
          <a:prstGeom prst="ellipse">
            <a:avLst/>
          </a:prstGeom>
          <a:solidFill>
            <a:srgbClr val="2F5D62"/>
          </a:solidFill>
          <a:ln w="12700">
            <a:solidFill>
              <a:srgbClr val="2F5D6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385048" y="1069848"/>
            <a:ext cx="54864" cy="54864"/>
          </a:xfrm>
          <a:prstGeom prst="ellipse">
            <a:avLst/>
          </a:prstGeom>
          <a:solidFill>
            <a:srgbClr val="D9482B"/>
          </a:solidFill>
          <a:ln w="12700">
            <a:solidFill>
              <a:srgbClr val="D9482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669280" y="3840480"/>
            <a:ext cx="182880" cy="182880"/>
          </a:xfrm>
          <a:prstGeom prst="ellipse">
            <a:avLst/>
          </a:prstGeom>
          <a:solidFill>
            <a:srgbClr val="1C1B19"/>
          </a:solidFill>
          <a:ln w="12700">
            <a:solidFill>
              <a:srgbClr val="1C1B1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21040" y="1005840"/>
            <a:ext cx="182880" cy="182880"/>
          </a:xfrm>
          <a:prstGeom prst="ellipse">
            <a:avLst/>
          </a:prstGeom>
          <a:ln w="12700">
            <a:solidFill>
              <a:srgbClr val="1C1B1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32120" y="40690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noise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8229600" y="7498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760720" y="422452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curved sampling path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F5D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indent="0" marL="0">
              <a:buNone/>
            </a:pPr>
            <a:r>
              <a:rPr lang="en-US" sz="8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straight flow path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/  RESEARCH QUESTION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Speedups are measured on one GPU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736592"/>
            <a:ext cx="82296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ZAKYNTHINOS — ADVANCED TOPICS IN AI — PROPOSAL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0" y="479145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03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“When an acceleration changes the cost of a network call but not the number of calls, do quality–cost rankings survive a change of GPU?”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" y="2971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3375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acceleration, latency is linear in NFE on every device. DiT and SiT cost the same per call, so this validates the harness.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81528" y="2468880"/>
            <a:ext cx="0" cy="201168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246120" y="2971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Rankings move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46120" y="33375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Caching and INT8/FP8 speedups depend on GPU and batch size, so they reorder the frontier in ways NFE and FLOPs cannot predict.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70448" y="2468880"/>
            <a:ext cx="0" cy="201168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35040" y="2971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tolerates caching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33756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matching should lose less quality under caching than diffusion. At 8 steps caching is predicted to fail outright.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948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/  EXPERIMENT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C1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complete factorial on three GPUs — no training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9525">
            <a:solidFill>
              <a:srgbClr val="1C1B1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736592"/>
            <a:ext cx="82296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ZAKYNTHINOS — ADVANCED TOPICS IN AI — PROPOSAL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0" y="479145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03</a:t>
            </a:r>
            <a:endParaRPr lang="en-US" sz="7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4864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737360"/>
                <a:gridCol w="1737360"/>
                <a:gridCol w="8229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66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C1B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66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DIFFUSION · DiT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C1B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66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FLOW · SiT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C1B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LEVELS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C1B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ImageNet-256, public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ImageNet-256, public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48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DDIM · DPM-Solver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Euler · Heun (ODE)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48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each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· 16 · 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· 16 · 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48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Acceleration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fp16, cache, INT8, FP8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B1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fp16, cache, INT8, FP8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48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6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Batch size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6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16  (timing only)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66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16  (timing only)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66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2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6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× 2 × 3 × 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0" y="1783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rgbClr val="D948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</a:t>
            </a:r>
            <a:endParaRPr lang="en-US" sz="8000" dirty="0"/>
          </a:p>
        </p:txBody>
      </p:sp>
      <p:sp>
        <p:nvSpPr>
          <p:cNvPr id="11" name="Text 8"/>
          <p:cNvSpPr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B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model–sampler–step–acceleration configurations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0" y="3657600"/>
            <a:ext cx="2286000" cy="0"/>
          </a:xfrm>
          <a:prstGeom prst="line">
            <a:avLst/>
          </a:prstGeom>
          <a:noFill/>
          <a:ln w="6350">
            <a:solidFill>
              <a:srgbClr val="C9C2B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37490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Timed on RTX 5080 (Blackwell), Colab T4 (Turing) and GH200 (Hopper). Output: Pareto frontiers for each GPU and Kendall's τ between them.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Does Hardware Change Which Generative Model Is Efficient?</dc:title>
  <dc:subject>PptxGenJS Presentation</dc:subject>
  <dc:creator>Iason-Daniil Zakynthinos</dc:creator>
  <cp:lastModifiedBy>Iason-Daniil Zakynthinos</cp:lastModifiedBy>
  <cp:revision>1</cp:revision>
  <dcterms:created xsi:type="dcterms:W3CDTF">2026-10-27T11:08:59Z</dcterms:created>
  <dcterms:modified xsi:type="dcterms:W3CDTF">2026-10-27T11:08:59Z</dcterms:modified>
</cp:coreProperties>
</file>